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365760"/>
            <a:ext cx="2011680" cy="2011680"/>
          </a:xfrm>
          <a:prstGeom prst="ellipse">
            <a:avLst/>
          </a:prstGeom>
          <a:solidFill>
            <a:srgbClr val="2DD4BF">
              <a:alpha val="20000"/>
            </a:srgbClr>
          </a:solidFill>
          <a:ln w="1270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19202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VITA PLATFORM  •  PHASE 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6400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 Risk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Using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411480" y="3493008"/>
            <a:ext cx="1371600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Data Mining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40965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434340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Mahmoud Khateeb  •  Ahmed Tarek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Domain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02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19659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80160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17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21031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9488"/>
                </a:solidFill>
              </a:rPr>
              <a:t>DOMAIN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41448" y="1280160"/>
            <a:ext cx="19659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1448" y="1280160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41448" y="1417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41448" y="21031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9488"/>
                </a:solidFill>
              </a:rPr>
              <a:t>SCOPE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441448" y="242316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global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issue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08576" y="1280160"/>
            <a:ext cx="19659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1280160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8576" y="1417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🔇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08576" y="21031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9488"/>
                </a:solidFill>
              </a:rPr>
              <a:t>NATURE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08576" y="242316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75704" y="1280160"/>
            <a:ext cx="19659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75704" y="1280160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75704" y="1417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775704" y="21031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9488"/>
                </a:solidFill>
              </a:rPr>
              <a:t>GOAL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775704" y="242316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risk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patient data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Early detection is critical — our model leverages patient data to predict hypertension risk before onset.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03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1965960" cy="1371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801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74320" y="2103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41448" y="1234440"/>
            <a:ext cx="1965960" cy="1371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41448" y="12801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441448" y="2103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08576" y="1234440"/>
            <a:ext cx="1965960" cy="1371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12801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608576" y="2103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75704" y="1234440"/>
            <a:ext cx="1965960" cy="1371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75704" y="12801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775704" y="2103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2788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DATA TYPES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108960"/>
            <a:ext cx="128016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1089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Numerical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691640" y="3108960"/>
            <a:ext cx="128016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91640" y="31089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Categorical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108960" y="3108960"/>
            <a:ext cx="128016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0" y="31089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Boolean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2788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TARGET VARIABLE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3063240"/>
            <a:ext cx="914400" cy="9144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063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663440" y="4023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Hypertensive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66560" y="3063240"/>
            <a:ext cx="914400" cy="9144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3063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675120" y="4023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Normal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Issues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04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114800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73152" cy="16459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3441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Missing Values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17373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medication_adherence column contains missing entries requiring imputation or removal strategies.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234440"/>
            <a:ext cx="4114800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234440"/>
            <a:ext cx="73152" cy="16459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3441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 Irrelevant Feature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65192" y="17373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patient_id is a unique identifier with no predictive power — must be dropped before modeling.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108960"/>
            <a:ext cx="4114800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108960"/>
            <a:ext cx="73152" cy="16459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32186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Data Leakage Risk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" y="36118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 and diagnosis-related variables may directly reveal the target, causing inflated accuracy.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108960"/>
            <a:ext cx="4114800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3108960"/>
            <a:ext cx="73152" cy="16459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32186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Outliers in Clinical Features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65192" y="36118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values in clinical measurements may distort model training and require outlier treatment.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Plan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05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39903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399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3441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201168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goals &amp; success metrics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12344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139903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399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13441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64408" y="201168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profile the dataset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2344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39903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1399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20840" y="13441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44768" y="201168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transform &amp; engineer features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0632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322783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227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31729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" y="384048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classification algorithms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54680" y="30632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64408" y="322783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4408" y="3227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840480" y="31729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64408" y="384048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model performance &amp; validity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35040" y="30632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44768" y="322783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44768" y="3227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20840" y="31729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44768" y="384048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into Vita platform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Used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06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96596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801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15087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202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Primary Task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226771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task of the project — predict whether a patient is hypertensive (1) or normal (0) using supervised learning.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41448" y="1188720"/>
            <a:ext cx="196596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41448" y="12801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670048" y="1920240"/>
            <a:ext cx="150876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19202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Required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32888" y="226771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(EDA)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32888" y="292608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distributions, correlations, and anomalies in the dataset before modeling.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08576" y="1188720"/>
            <a:ext cx="196596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8576" y="12801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4837176" y="1920240"/>
            <a:ext cx="150876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37176" y="19202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PSO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00016" y="226771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00016" y="292608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Swarm Optimization (PSO) used to identify the most informative features and reduce dimensionality.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75704" y="1188720"/>
            <a:ext cx="196596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75704" y="12801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🔮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7004304" y="1920240"/>
            <a:ext cx="150876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04304" y="19202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Future Work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67144" y="226771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67144" y="292608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extension — unsupervised grouping of patients for further insight beyond binary classification.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Vision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07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3749040" cy="35661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716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🤖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74320" y="224028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Health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Prediction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3090672"/>
            <a:ext cx="3474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capability of the Vita platform — leveraging machine learning to predict hypertension risk from structured patient data.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43400" y="12344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FUTURE EXTENSIONS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43400" y="1627632"/>
            <a:ext cx="44805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1627632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627632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20640" y="171907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210312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visualization of predictions and patient risk scores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43400" y="2770632"/>
            <a:ext cx="44805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43400" y="2770632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2770632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120640" y="286207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Interface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324612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clinicians to enter new patient data for instant assessment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43400" y="3913632"/>
            <a:ext cx="44805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43400" y="3913632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3913632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120640" y="400507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Multi-Disease Prediction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20640" y="438912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model to predict diabetes, heart disease, and more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Hypertension Risk Prediction Using Data Mining</dc:title>
  <dc:subject>PptxGenJS Presentation</dc:subject>
  <dc:creator>PptxGenJS</dc:creator>
  <cp:lastModifiedBy>PptxGenJS</cp:lastModifiedBy>
  <cp:revision>1</cp:revision>
  <dcterms:created xsi:type="dcterms:W3CDTF">2026-04-13T21:44:55Z</dcterms:created>
  <dcterms:modified xsi:type="dcterms:W3CDTF">2026-04-13T21:44:55Z</dcterms:modified>
</cp:coreProperties>
</file>